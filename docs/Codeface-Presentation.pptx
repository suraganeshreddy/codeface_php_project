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70048"/>
            <a:ext cx="12191695" cy="15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5600" b="1">
                <a:solidFill>
                  <a:srgbClr val="FFFFFF"/>
                </a:solidFill>
                <a:latin typeface="Calibri"/>
              </a:rPr>
              <a:t>CODEFACE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PHP &amp; MySQL Web Development — Common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Real-time coding practice &amp; collaboration platform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500" b="0">
                <a:solidFill>
                  <a:srgbClr val="C7D2FE"/>
                </a:solidFill>
                <a:latin typeface="Calibri"/>
              </a:rPr>
              <a:t>526 problems · 12 languages · 15 learn tracks · live pair-programming rooms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00" b="0">
                <a:solidFill>
                  <a:srgbClr val="C7D2FE"/>
                </a:solidFill>
                <a:latin typeface="Calibri"/>
              </a:rPr>
              <a:t>Vanilla PHP 8 + MySQL (PDO) · no frameworks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Team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37360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08960"/>
                <a:gridCol w="2194560"/>
              </a:tblGrid>
              <a:tr h="621792">
                <a:tc>
                  <a:txBody>
                    <a:bodyPr/>
                    <a:lstStyle/>
                    <a:p>
                      <a:r>
                        <a:rPr b="1" sz="1400"/>
                        <a:t>Enrollment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Role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&lt;Enrollment No&gt;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&lt;Name 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Backend / DB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&lt;Enrollment No&gt;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&lt;Name 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Frontend / UI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&lt;Enrollment No&gt;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&lt;Name 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Testing / Docs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75569"/>
                          </a:solidFill>
                        </a:rPr>
                        <a:t>&lt;Enrollment No&gt;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&lt;Name 4&gt;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Content / QA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0749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Project guide: &lt;Guide Name&gt;          College: &lt;College Name&gt;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1">
                <a:solidFill>
                  <a:srgbClr val="94A3B8"/>
                </a:solidFill>
                <a:latin typeface="Calibri"/>
              </a:rPr>
              <a:t>(Replace placeholders with your team details before uploading.)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450" b="1">
                <a:solidFill>
                  <a:srgbClr val="6366F1"/>
                </a:solidFill>
                <a:latin typeface="Calibri"/>
              </a:rPr>
              <a:t>▪  Existing manual/system issues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Learning is passive: tutorials teach syntax, not fluency — no built-in practice loop.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Practice is fragmented: separate sites for problems, language help and partners.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Collaboration is absent: no simple way to share an editor and solve together live.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450" b="1">
                <a:solidFill>
                  <a:srgbClr val="6366F1"/>
                </a:solidFill>
                <a:latin typeface="Calibri"/>
              </a:rPr>
              <a:t>▪  Need for automation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Manual checking of solutions is slow and inconsistent — verdicts must be instant.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Progress, ratings and reports should compute themselves, not be tracked by hand.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450" b="1">
                <a:solidFill>
                  <a:srgbClr val="6366F1"/>
                </a:solidFill>
                <a:latin typeface="Calibri"/>
              </a:rPr>
              <a:t>▪  Proposed PHP &amp; MySQL web solution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Codeface — one self-hostable platform: Practice (526 problems × 12 languages with an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in-browser judge), Learn (15 tracks × 16 lessons, 4 sequential levels), and code-joinable collaboration rooms,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all state in MySQL, built with vanilla PHP 8 + PDO — no frameworks, runs on any LAMP host.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Proposed Solution —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698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High-level: a single website where a learner reads a lesson, immediately solves a matching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problem, and can invite a partner by room code to solve together — progress &amp; ratings tracked.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Core idea: execution stays in the browser (JS/TS in a Web Worker, Python via Pyodide WASM)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so no server-side code execution is ever needed — safe on ordinary shared hosting.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Novelty /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Single source of truth: one neutral signature generates starters for 12 languages — content can’t drift.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Content is machine-verified: 2001/2001 problem tests pass vs reference solutions; every runnable lesson example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byte-verified against real interpreters (Node, CPython, PHP, SQLite, bash).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Radical simplicity: zero build step, database self-seeds on first run — the codebase itself is a study aid.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82296" cy="7498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8132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Automate processes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527048"/>
            <a:ext cx="7680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Instant verdicts, auto-awarded points, auto-generated starters, self-seeding DB.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78024"/>
            <a:ext cx="82296" cy="7498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Improve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496312"/>
            <a:ext cx="7680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Machine-validated problems &amp; lessons; prepared statements remove data errors.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47288"/>
            <a:ext cx="82296" cy="7498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1985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Secure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465576"/>
            <a:ext cx="7680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password_hash()/verify (bcrypt), sessions, CSRF tokens on every state change.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16552"/>
            <a:ext cx="82296" cy="7498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434840"/>
            <a:ext cx="7680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Leaderboard, ratings, profiles with solve history &amp; learn-track completion.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385816"/>
            <a:ext cx="82296" cy="7498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58384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Better user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5404104"/>
            <a:ext cx="7680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Monaco editor, scenario-based lessons, live rooms — learn → solve → pair.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Server Requirements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Server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Software: PHP 8.x, MySQL / MariaDB, Apache — runs on XAMPP (Windows) or any LAMP host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Dev tools: VS Code · phpMyAdmin (optional)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Browser: any modern browser (Monaco + WASM judge load from CDN)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Hosted on: &lt;your deployment URL / localhost via XAMPP&gt;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GitHub: &lt;repo link&gt; — commit history maintained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Frontend: HTML5, CSS3, vanilla JavaScript + Monaco editor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Backend: PHP 8 (server-rendered pages + JSON APIs)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Database: MySQL via PDO (dual-driver, SQLite for zero-setup)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Tools: phpMyAdmin · XAMPP · Node CLI (content validators)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Honest note: custom CSS design system — no Bootstrap/AdminLTE;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      –  admin features via is_admin role instead of an external panel template.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11247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Why vanilla? Zero build step and zero Composer means a ZIP upload deploys the whole app — and the codebase stays readable end-to-end for students.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End User Interface &amp; Admin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Custom UI (no template): clean card-based design system in vanilla CSS, responsive grid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Monaco IDE embedded for solving; in-page runnable examples in lessons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Key screens: Home · Problems grid (filter/search) · Problem solver page · Learn tracks ·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Lesson reader · Room (shared pads + chat) · Leaderboard · Profile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06240"/>
            <a:ext cx="178308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Problems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4206240"/>
            <a:ext cx="178308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54864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Solver (Monaco)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7136" y="4206240"/>
            <a:ext cx="178308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54864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Room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↑ paste screenshots of the running app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4630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9333EA"/>
                </a:solidFill>
                <a:latin typeface="Calibri"/>
              </a:rPr>
              <a:t>Admin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Role flag: users.is_admin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Content management via versioned seed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      –  (problems, lessons upsert + prune)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User &amp; report views: leaderboard, ratings,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      –  submission history, learn progress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50" b="0">
                <a:solidFill>
                  <a:srgbClr val="0F172A"/>
                </a:solidFill>
                <a:latin typeface="Calibri"/>
              </a:rPr>
              <a:t>▪  CRUD lives in schema + seed tooling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      –  (auditable, no hidden admin magic)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760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▪  13 tables in MySQL (InnoDB, utf8mb4)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▪  Primary keys: surrogate INT ids; composite PKs on junction tables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▪  Foreign keys: 15 — ON DELETE CASCADE (child data dies with parent) /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      –  SET NULL (history kept: room owner, chat author)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▪  Constraints: UNIQUE (username, email, slug, room code, queue user);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      –  ENUM difficulty; NOT NULL defaults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▪  Normalization to 3NF: lookup rows live once (users, problems, lessons);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      –  M:N relations factored into junction tables (room_members, learn_progress)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463040"/>
          <a:ext cx="4892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14600"/>
              </a:tblGrid>
              <a:tr h="5600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</a:rPr>
                        <a:t>accounts, rating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</a:rPr>
                        <a:t>problems · submissions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</a:rPr>
                        <a:t>practice &amp; verdicts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</a:rPr>
                        <a:t>learn_lessons · learn_progress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</a:rPr>
                        <a:t>tracks &amp; completion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</a:rPr>
                        <a:t>rooms · room_pads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</a:rPr>
                        <a:t>collab editors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</a:rPr>
                        <a:t>room_members · chat_messages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</a:rPr>
                        <a:t>presence &amp; chat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</a:rPr>
                        <a:t>hackathons + 2 junctions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</a:rPr>
                        <a:t>events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</a:rPr>
                        <a:t>matchmaking_queue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</a:rPr>
                        <a:t>pairing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</a:rP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</a:rPr>
                        <a:t>seed versioning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ER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er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783285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64040" y="1554480"/>
            <a:ext cx="2606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▪  Entities: users, problems, submissions,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      –  lessons, progress, rooms,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      –  pads, members, chat,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      –  queue, meta (+ per-user AI sets)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▪  Relationships: user 1:N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      –  submissions; rooms M:N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      –  users via room_members;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      –  lessons M:N via progress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▪  Dashed = logical ref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      –  (lesson → problem slug)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DFD &amp; Project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Data Flow — Context + Level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7520"/>
            <a:ext cx="10515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User</a:t>
            </a:r>
          </a:p>
        </p:txBody>
      </p:sp>
      <p:sp>
        <p:nvSpPr>
          <p:cNvPr id="10" name="Oval 9"/>
          <p:cNvSpPr/>
          <p:nvPr/>
        </p:nvSpPr>
        <p:spPr>
          <a:xfrm>
            <a:off x="2286000" y="1828800"/>
            <a:ext cx="1325880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956816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Calibri"/>
              </a:rPr>
              <a:t>1.0 Auth &amp;
Profile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10512" y="2157984"/>
            <a:ext cx="402336" cy="177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0" y="2651760"/>
            <a:ext cx="1325880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779776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Calibri"/>
              </a:rPr>
              <a:t>2.0 Practice
&amp; Judge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10512" y="2980944"/>
            <a:ext cx="402336" cy="177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86000" y="3474720"/>
            <a:ext cx="1325880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3602736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Calibri"/>
              </a:rPr>
              <a:t>3.0 Learn
Tracks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10512" y="3803904"/>
            <a:ext cx="402336" cy="177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86000" y="4297680"/>
            <a:ext cx="1325880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4425696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Calibri"/>
              </a:rPr>
              <a:t>4.0 Rooms
&amp; Chat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10512" y="4626864"/>
            <a:ext cx="402336" cy="177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4160520" y="1874519"/>
            <a:ext cx="1965960" cy="621792"/>
          </a:xfrm>
          <a:prstGeom prst="can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203911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950" b="0">
                <a:solidFill>
                  <a:srgbClr val="0F172A"/>
                </a:solidFill>
                <a:latin typeface="Calibri"/>
              </a:rPr>
              <a:t>D1 users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2148839"/>
            <a:ext cx="402336" cy="177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n 24"/>
          <p:cNvSpPr/>
          <p:nvPr/>
        </p:nvSpPr>
        <p:spPr>
          <a:xfrm>
            <a:off x="4160520" y="2697480"/>
            <a:ext cx="1965960" cy="621792"/>
          </a:xfrm>
          <a:prstGeom prst="can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286207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950" b="0">
                <a:solidFill>
                  <a:srgbClr val="0F172A"/>
                </a:solidFill>
                <a:latin typeface="Calibri"/>
              </a:rPr>
              <a:t>D2 problems / subs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75887" y="2971800"/>
            <a:ext cx="402336" cy="177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n 27"/>
          <p:cNvSpPr/>
          <p:nvPr/>
        </p:nvSpPr>
        <p:spPr>
          <a:xfrm>
            <a:off x="4160520" y="3520440"/>
            <a:ext cx="1965960" cy="621792"/>
          </a:xfrm>
          <a:prstGeom prst="can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368503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950" b="0">
                <a:solidFill>
                  <a:srgbClr val="0F172A"/>
                </a:solidFill>
                <a:latin typeface="Calibri"/>
              </a:rPr>
              <a:t>D3 lessons / progress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3794760"/>
            <a:ext cx="402336" cy="177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n 30"/>
          <p:cNvSpPr/>
          <p:nvPr/>
        </p:nvSpPr>
        <p:spPr>
          <a:xfrm>
            <a:off x="4160520" y="4343400"/>
            <a:ext cx="1965960" cy="621792"/>
          </a:xfrm>
          <a:prstGeom prst="can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450799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950" b="0">
                <a:solidFill>
                  <a:srgbClr val="0F172A"/>
                </a:solidFill>
                <a:latin typeface="Calibri"/>
              </a:rPr>
              <a:t>D4 rooms / pads / chat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75887" y="4617720"/>
            <a:ext cx="402336" cy="177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257800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Flows: credentials/solutions/edits in → verdicts, pages, ratings, progress out.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4173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Gantt timeline (6 weeks)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1783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33688" y="1783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0616" y="1783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67544" y="1783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34472" y="1783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1783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W6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2121408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Requirements &amp; design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2157984"/>
            <a:ext cx="3401568" cy="219456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66760" y="2157984"/>
            <a:ext cx="566928" cy="2194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2624327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Database &amp; seed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60" y="2660903"/>
            <a:ext cx="3401568" cy="219456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33688" y="2660903"/>
            <a:ext cx="566928" cy="2194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3127247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Practice + judge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66760" y="3163823"/>
            <a:ext cx="3401568" cy="219456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33688" y="3163823"/>
            <a:ext cx="1133856" cy="21945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3630167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Learn content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3666743"/>
            <a:ext cx="3401568" cy="219456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00616" y="3666743"/>
            <a:ext cx="1133856" cy="2194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4133087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Rooms + chat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66760" y="4169663"/>
            <a:ext cx="3401568" cy="219456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67544" y="4169663"/>
            <a:ext cx="1133856" cy="219456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4636007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Testing &amp; docs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66760" y="4672583"/>
            <a:ext cx="3401568" cy="219456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634472" y="4672583"/>
            <a:ext cx="1133856" cy="2194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525780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PERT note: DB schema gates every module; content validation ran in parallel with UI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Modules &amp;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73152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User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Register/login, profile, avatar, rating, session 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6420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0312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526 problems × 12 languages, in-browser judge, 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546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6440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1">
                <a:solidFill>
                  <a:srgbClr val="D97706"/>
                </a:solidFill>
                <a:latin typeface="Calibri"/>
              </a:rPr>
              <a:t>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15 tracks × 16 lessons in 4 hard-locked levels (Beginner to Pro), runnable examples, progress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1546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154680"/>
            <a:ext cx="73152" cy="13716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26440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1">
                <a:solidFill>
                  <a:srgbClr val="9333EA"/>
                </a:solidFill>
                <a:latin typeface="Calibri"/>
              </a:rPr>
              <a:t>Rooms &amp; 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0332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Join code (DEMO42), 12 pads/room, presence, matchmaking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7548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75488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6460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Leaderboard &amp; AI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0352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Ratings, first-solve points; clearing a section auto-generates 10 more items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7548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754880"/>
            <a:ext cx="73152" cy="13716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86460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500" b="1">
                <a:solidFill>
                  <a:srgbClr val="6366F1"/>
                </a:solidFill>
                <a:latin typeface="Calibri"/>
              </a:rPr>
              <a:t>Search &amp;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30352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Problem filters by topic/difficulty, profile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Challenges &amp;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Session handling: auth + CSRF tokens had to work identically for forms and fetch APIs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  — solved with one session-bound token verified via hash_equals().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Database design: modeling M:N relations (rooms ↔ users) without redundant data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  — junction tables with composite PKs and careful CASCADE rules.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Responsive UI without Bootstrap: built a custom CSS grid/card system from scratch.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PHP &amp; MySQL skills deepened: PDO prepared statements, transactions, upserts, seed versioning,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  dual-driver SQL (MySQL + SQLite) with dialect branching.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Calibri"/>
              </a:rPr>
              <a:t>▪  Biggest lesson: constraints (no frameworks, no server-side execution) produced a simpler,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    –    more auditable system — and machine validators &gt; manual checking.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>
                <a:solidFill>
                  <a:srgbClr val="6366F1"/>
                </a:solidFill>
                <a:latin typeface="Calibri"/>
              </a:rPr>
              <a:t>CODEFACE · PHP &amp; MYSQL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338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60120" cy="40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▪  PHP Documentation — php.net/manual (PDO, password_hash, sessions)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▪  MySQL Documentation — dev.mysql.com (InnoDB, foreign keys, utf8mb4)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▪  MDN Web Docs — Web Workers, Fetch API, Monaco/Pyodide integration guides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▪  W3Schools — PHP &amp; SQL tutorials (quick reference during build)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▪  MariaDB Knowledge Base — upsert (INSERT … ON DUPLICATE KEY UPDATE)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▪  SQLite Documentation — dual-driver dialect reference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Live demonstration: alice / password123  ·  room DEMO42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00" b="0">
                <a:solidFill>
                  <a:srgbClr val="C7D2FE"/>
                </a:solidFill>
                <a:latin typeface="Calibri"/>
              </a:rPr>
              <a:t>Deploy: upload files → open URL → MySQL database self-seeds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